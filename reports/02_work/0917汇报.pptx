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133" y="715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C77496-2AAF-A14B-DE97-B11195CFE6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4FECBDD-E549-D6A9-91FB-97DC40639B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504FD-6679-6146-D0CA-6E02CF8AC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3987BD-450A-72F7-F4BA-04A2DBE3C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B702B07-30E7-35ED-C713-25DAB5BD1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238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ADE53B-AB40-8959-1B2E-D447BE7F7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C47CFA-5F44-5CD3-4056-DAAF13135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4B34E1-8C92-E5F5-AB3E-9FFD04FD2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75690F-0F48-6036-88CF-7AC46FBA0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3B1D67-AD3E-1FB2-F44A-7AABB0A66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7020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5AE035-18F8-DE57-7BB7-91A8DEA0F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F67F160-7A29-FDB8-93C4-9131A57D1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933579-C67B-F59A-3995-2D420C57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5AF75A-FB68-4554-0228-89B46B67D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FA6DE5-41B6-3656-297E-F26DB1A14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2247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14F790-4CF6-AF24-5108-53735795D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7B894D-2D00-B84C-C264-ADA8256406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1538004-DE92-FD03-F81B-999E1B225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F9D7ED7-D5AF-83E7-8B4E-E5B49B575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28C86F6-060D-3D7E-4E53-5E251472D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1C043F-EAB9-72C6-2FF7-AD0C48C2F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7582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6B7AD6-C580-ADF8-4606-921667663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12B23C-249D-16D7-145C-13912DA290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87B06FC-2CAC-94EC-2AA2-FDE7D24DB4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671000-0DCF-AEF7-685B-035F27BAF4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9718D7A-6E23-1FB8-8091-9C1F04A51D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E1A2B9A-094E-C19A-E4AC-4ADB4E8C6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613AAE0-B9BE-194C-FB1E-6B8EFA247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6EA5641-D1F7-5DCC-3592-839479A81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8993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D439DA-E3BE-ED60-0B57-D7AA6B521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87A19ED-86D0-797E-AE1F-1A2D942A9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542CD83-2D6C-B578-760F-ED204A045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D99FEC5-4EB8-8BC6-ABE7-E946FABB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8573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CCA17B-7A28-74AD-DC73-4B620E806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C7C9D3-6E03-4B69-9F60-E6F2749DB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DA895B-70A8-C2B8-2BC2-50F363E6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2874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2B81F2-4D8E-875D-9C22-87EED21A6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944B60-EA78-8C4E-0E47-7AEF6BC1A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944420D-DE37-0B1E-D4FC-5AACD24B8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DB31067-63ED-1A60-19E8-72A52F514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CA25923-47C8-3FBB-ECC8-E9EF86C9A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742550-3196-7438-79CC-00F81FFE2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389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75862F-560D-4996-AE46-ABAAF74FF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2BC0983-290A-C38F-039F-CBC153CC17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CF0AE5E-3139-7C9C-C5EF-4188723E63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1CF992-26DF-E031-871C-C0B327B1D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567D11-A50D-3B54-7C79-FD388CC17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2D00F6-AF66-287C-D069-90314DB65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6580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089973-C77B-9013-68C0-62747ACAB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87C447A-14AA-7005-06F9-41CF89F262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5711F5-0D6F-4DB6-F1AB-A93DA28E8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842ABA-E0EE-3F5D-C972-6E7D64EB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C0FB26B-BFD5-96DD-ADE2-6D4979C1A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4591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4FB97DB-CF2B-65AA-6842-B7D19B25DE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71EE2A9-EFCA-8ADC-3E04-0B3C08982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CB5006-5249-5663-E586-FA39427A0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A6F22E-DDE2-5343-89C0-ABAE7C034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532D8E6-F024-6A52-572A-FA7E0DEA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7993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D547A95-5AAE-86D1-3B44-D38926119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AE822E1-17FD-1B29-36DE-E9CB44F864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035743-7FEE-3A89-7D56-384F385AC9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799B4-86A6-441C-8F8B-E89425B01F9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7A7A579-8FB5-BF9F-10F2-8C19E2AA7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D2FF6B-6B59-939F-33F3-9D99A4483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C76872-4A01-4F1E-AD88-03E391C687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953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5CE4DD-B4A0-3BB7-B897-1F617E9E07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HG-KDA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1B0369-63DD-CEF3-6041-678532DD2E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Hardware-Grounded Kernel Design Agent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5038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75C7C9-F86C-4445-A364-6B608BDB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传统</a:t>
            </a:r>
            <a:r>
              <a:rPr lang="en-US" altLang="zh-CN" dirty="0"/>
              <a:t>Kernel Agent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4A1082D-7A1A-23E2-13CA-67787A868F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4446" y="2425510"/>
            <a:ext cx="10515600" cy="3056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00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E5C9B6-D41A-D015-B4D8-04C1AE8B9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HG-KDA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0DD27E-9C83-275D-809B-59F09D3EEE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520055"/>
          </a:xfrm>
        </p:spPr>
        <p:txBody>
          <a:bodyPr>
            <a:normAutofit/>
          </a:bodyPr>
          <a:lstStyle/>
          <a:p>
            <a:r>
              <a:rPr lang="zh-CN" altLang="en-US" dirty="0"/>
              <a:t>厂商原始 </a:t>
            </a:r>
            <a:r>
              <a:rPr lang="en-US" altLang="zh-CN" dirty="0"/>
              <a:t>Profiling </a:t>
            </a:r>
            <a:r>
              <a:rPr lang="zh-CN" altLang="en-US" dirty="0"/>
              <a:t>数据</a:t>
            </a:r>
          </a:p>
          <a:p>
            <a:r>
              <a:rPr lang="zh-CN" altLang="en-US" dirty="0"/>
              <a:t>→ 跨平台标准化证据</a:t>
            </a:r>
          </a:p>
          <a:p>
            <a:r>
              <a:rPr lang="zh-CN" altLang="en-US" dirty="0"/>
              <a:t>→ 细粒度瓶颈诊断</a:t>
            </a:r>
          </a:p>
          <a:p>
            <a:r>
              <a:rPr lang="zh-CN" altLang="en-US" dirty="0"/>
              <a:t>→ 带适用条件的候选动作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测到了什么？</a:t>
            </a:r>
            <a:r>
              <a:rPr lang="en-US" altLang="zh-CN" dirty="0"/>
              <a:t>XSAI-</a:t>
            </a:r>
            <a:r>
              <a:rPr lang="en-US" altLang="zh-CN" dirty="0" err="1"/>
              <a:t>TopK</a:t>
            </a:r>
            <a:r>
              <a:rPr lang="en-US" altLang="zh-CN" dirty="0"/>
              <a:t> + </a:t>
            </a:r>
            <a:r>
              <a:rPr lang="zh-CN" altLang="en-US" dirty="0"/>
              <a:t>迁移？性能预测</a:t>
            </a:r>
            <a:r>
              <a:rPr lang="en-US" altLang="zh-CN" dirty="0" err="1"/>
              <a:t>nrmse</a:t>
            </a:r>
            <a:r>
              <a:rPr lang="zh-CN" altLang="en-US" dirty="0"/>
              <a:t>？</a:t>
            </a:r>
          </a:p>
          <a:p>
            <a:r>
              <a:rPr lang="zh-CN" altLang="en-US" dirty="0"/>
              <a:t>→ 如何跨平台表示？</a:t>
            </a:r>
          </a:p>
          <a:p>
            <a:r>
              <a:rPr lang="zh-CN" altLang="en-US" dirty="0"/>
              <a:t>→ 为什么性能受限？</a:t>
            </a:r>
          </a:p>
          <a:p>
            <a:r>
              <a:rPr lang="zh-CN" altLang="en-US" dirty="0"/>
              <a:t>→ 下一步可以做什么？</a:t>
            </a:r>
          </a:p>
        </p:txBody>
      </p:sp>
    </p:spTree>
    <p:extLst>
      <p:ext uri="{BB962C8B-B14F-4D97-AF65-F5344CB8AC3E}">
        <p14:creationId xmlns:p14="http://schemas.microsoft.com/office/powerpoint/2010/main" val="428064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FE80D5-1A0D-09FB-0E55-A454AF6FC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原始</a:t>
            </a:r>
            <a:r>
              <a:rPr lang="en-US" altLang="zh-CN" dirty="0"/>
              <a:t>profiling</a:t>
            </a:r>
            <a:r>
              <a:rPr lang="zh-CN" altLang="en-US" dirty="0"/>
              <a:t>信息 → 标准化证据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F2E3C7-C9F0-BA8E-BC9F-F76BA40FE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791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2F81F7-EEA0-A032-EE24-BCB3E9463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标准化证据 → 瓶颈诊断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043ACE-321F-8346-DE5D-315308E73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720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12297E-73ED-FB71-2844-F26E70581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瓶颈诊断 → 候选动作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0D77C86-8500-9D33-043E-E10547626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16428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DBD51F-3C48-7850-1502-93D385F40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TODO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BC1504-63C9-9883-52D6-DAAB4B59C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原始</a:t>
            </a:r>
            <a:r>
              <a:rPr lang="en-US" altLang="zh-CN" dirty="0"/>
              <a:t>profiling</a:t>
            </a:r>
            <a:r>
              <a:rPr lang="zh-CN" altLang="en-US" dirty="0"/>
              <a:t>信息 → 标准化证据</a:t>
            </a:r>
            <a:endParaRPr lang="en-US" altLang="zh-CN" dirty="0"/>
          </a:p>
          <a:p>
            <a:r>
              <a:rPr lang="zh-CN" altLang="en-US" dirty="0"/>
              <a:t>标准化证据 → 瓶颈诊断</a:t>
            </a:r>
            <a:endParaRPr lang="en-US" altLang="zh-CN" dirty="0"/>
          </a:p>
          <a:p>
            <a:r>
              <a:rPr lang="zh-CN" altLang="en-US" dirty="0"/>
              <a:t>瓶颈诊断 → 候选动作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XSAI-emu</a:t>
            </a:r>
            <a:r>
              <a:rPr lang="zh-CN" altLang="en-US" dirty="0"/>
              <a:t>：白盒提供从全集到最小必要集合的科学筛选，以及映射建立和矫正</a:t>
            </a:r>
            <a:endParaRPr lang="en-US" altLang="zh-CN" dirty="0"/>
          </a:p>
          <a:p>
            <a:r>
              <a:rPr lang="en-US" altLang="zh-CN" dirty="0" err="1"/>
              <a:t>KernelGen</a:t>
            </a:r>
            <a:r>
              <a:rPr lang="zh-CN" altLang="en-US" dirty="0"/>
              <a:t>现有的框架，避免重复模块</a:t>
            </a:r>
            <a:endParaRPr lang="en-US" altLang="zh-CN" dirty="0"/>
          </a:p>
          <a:p>
            <a:r>
              <a:rPr lang="en-US" altLang="zh-CN" dirty="0" err="1"/>
              <a:t>FlagGems</a:t>
            </a:r>
            <a:r>
              <a:rPr lang="zh-CN" altLang="en-US" dirty="0"/>
              <a:t>之前的迭代历史，用于提炼映射</a:t>
            </a:r>
          </a:p>
        </p:txBody>
      </p:sp>
    </p:spTree>
    <p:extLst>
      <p:ext uri="{BB962C8B-B14F-4D97-AF65-F5344CB8AC3E}">
        <p14:creationId xmlns:p14="http://schemas.microsoft.com/office/powerpoint/2010/main" val="2673586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3A8942-61EA-6741-E001-6B19721BD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650" y="2766218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请批评指正！</a:t>
            </a:r>
          </a:p>
        </p:txBody>
      </p:sp>
    </p:spTree>
    <p:extLst>
      <p:ext uri="{BB962C8B-B14F-4D97-AF65-F5344CB8AC3E}">
        <p14:creationId xmlns:p14="http://schemas.microsoft.com/office/powerpoint/2010/main" val="307437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216</Words>
  <Application>Microsoft Office PowerPoint</Application>
  <PresentationFormat>宽屏</PresentationFormat>
  <Paragraphs>25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等线</vt:lpstr>
      <vt:lpstr>等线 Light</vt:lpstr>
      <vt:lpstr>Arial</vt:lpstr>
      <vt:lpstr>Office 主题​​</vt:lpstr>
      <vt:lpstr>HG-KDA</vt:lpstr>
      <vt:lpstr>传统Kernel Agent</vt:lpstr>
      <vt:lpstr>HG-KDA</vt:lpstr>
      <vt:lpstr>原始profiling信息 → 标准化证据</vt:lpstr>
      <vt:lpstr>标准化证据 → 瓶颈诊断</vt:lpstr>
      <vt:lpstr>瓶颈诊断 → 候选动作</vt:lpstr>
      <vt:lpstr>TODO</vt:lpstr>
      <vt:lpstr>请批评指正！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hanle zhang</dc:creator>
  <cp:lastModifiedBy>hanle zhang</cp:lastModifiedBy>
  <cp:revision>28</cp:revision>
  <dcterms:created xsi:type="dcterms:W3CDTF">2026-09-16T07:10:00Z</dcterms:created>
  <dcterms:modified xsi:type="dcterms:W3CDTF">2026-09-16T09:30:09Z</dcterms:modified>
</cp:coreProperties>
</file>