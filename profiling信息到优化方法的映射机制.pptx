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KernelFlow-ops/cuda-optimized-ski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从</a:t>
            </a:r>
            <a:r>
              <a:rPr lang="en-US" altLang="zh-CN"/>
              <a:t>profiling</a:t>
            </a:r>
            <a:r>
              <a:rPr lang="zh-CN" altLang="en-US"/>
              <a:t>信息到优化方法的映射</a:t>
            </a:r>
            <a:r>
              <a:rPr lang="zh-CN" altLang="en-US"/>
              <a:t>机制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分层次</a:t>
            </a:r>
            <a:r>
              <a:rPr lang="en-US" altLang="zh-CN"/>
              <a:t>roofline</a:t>
            </a:r>
            <a:r>
              <a:rPr lang="zh-CN" altLang="en-US"/>
              <a:t>与瓶颈</a:t>
            </a:r>
            <a:r>
              <a:rPr lang="zh-CN" altLang="en-US"/>
              <a:t>定位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问题①：</a:t>
            </a:r>
            <a:r>
              <a:rPr lang="en-US" altLang="zh-CN"/>
              <a:t>ncu</a:t>
            </a:r>
            <a:r>
              <a:rPr lang="zh-CN" altLang="en-US"/>
              <a:t>提取全量信息很多，无法进行有效</a:t>
            </a:r>
            <a:r>
              <a:rPr lang="zh-CN" altLang="en-US"/>
              <a:t>分析。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45690"/>
            <a:ext cx="5048250" cy="21666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4613910"/>
            <a:ext cx="9791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解决方法：</a:t>
            </a:r>
            <a:endParaRPr lang="zh-CN" altLang="en-US"/>
          </a:p>
          <a:p>
            <a:r>
              <a:rPr lang="zh-CN" altLang="en-US"/>
              <a:t>①：筛选重要指标给出参考，分层次一次给出指标。遵循高层次到低层次的分析顺序，先用少量指标判断瓶颈，再给出该瓶颈细节的</a:t>
            </a:r>
            <a:r>
              <a:rPr lang="zh-CN" altLang="en-US"/>
              <a:t>证据。</a:t>
            </a:r>
            <a:endParaRPr lang="zh-CN" altLang="en-US"/>
          </a:p>
          <a:p>
            <a:r>
              <a:rPr lang="zh-CN" altLang="en-US"/>
              <a:t>②：从证据到优化方法的映射，给大模型提供优化方法的</a:t>
            </a:r>
            <a:r>
              <a:rPr lang="zh-CN" altLang="en-US"/>
              <a:t>提示。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从证据到优化方法的映射，给大模型提供优化方法的提示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设计点：注册好的优化方法表，它的字段包括：</a:t>
            </a:r>
            <a:r>
              <a:rPr lang="en-US" altLang="zh-CN"/>
              <a:t>axis</a:t>
            </a:r>
            <a:r>
              <a:rPr lang="zh-CN" altLang="en-US"/>
              <a:t>（所处瓶颈轴），</a:t>
            </a:r>
            <a:r>
              <a:rPr lang="en-US" altLang="zh-CN"/>
              <a:t>min_sm(</a:t>
            </a:r>
            <a:r>
              <a:rPr lang="zh-CN" altLang="en-US"/>
              <a:t>最小</a:t>
            </a:r>
            <a:r>
              <a:rPr lang="en-US" altLang="zh-CN"/>
              <a:t>sm)</a:t>
            </a:r>
            <a:r>
              <a:rPr lang="zh-CN" altLang="en-US"/>
              <a:t>，</a:t>
            </a:r>
            <a:r>
              <a:rPr lang="en-US" altLang="zh-CN"/>
              <a:t>required_features(</a:t>
            </a:r>
            <a:r>
              <a:rPr lang="zh-CN" altLang="en-US"/>
              <a:t>所需硬件特性</a:t>
            </a:r>
            <a:r>
              <a:rPr lang="en-US" altLang="zh-CN"/>
              <a:t>), trigger_evidence(</a:t>
            </a:r>
            <a:r>
              <a:rPr lang="zh-CN" altLang="en-US"/>
              <a:t>触发所需证据</a:t>
            </a:r>
            <a:r>
              <a:rPr lang="en-US" altLang="zh-CN"/>
              <a:t>),trigger_good/bad/</a:t>
            </a:r>
            <a:r>
              <a:rPr lang="en-US" altLang="zh-CN"/>
              <a:t>direction(</a:t>
            </a:r>
            <a:r>
              <a:rPr lang="zh-CN" altLang="en-US"/>
              <a:t>触发条件值</a:t>
            </a:r>
            <a:r>
              <a:rPr lang="en-US" altLang="zh-CN"/>
              <a:t>)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6040" y="3060065"/>
            <a:ext cx="3187700" cy="2070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88615" y="3910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异步拷贝的</a:t>
            </a:r>
            <a:r>
              <a:rPr lang="zh-CN" altLang="en-US"/>
              <a:t>注册结构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3765" y="5330190"/>
            <a:ext cx="9396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目前已搜集</a:t>
            </a:r>
            <a:r>
              <a:rPr lang="zh-CN" altLang="en-US"/>
              <a:t>的方法分为</a:t>
            </a:r>
            <a:r>
              <a:rPr lang="en-US" altLang="zh-CN"/>
              <a:t>compute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r>
              <a:rPr lang="zh-CN" altLang="en-US"/>
              <a:t>、</a:t>
            </a:r>
            <a:r>
              <a:rPr lang="en-US" altLang="zh-CN"/>
              <a:t>latency</a:t>
            </a:r>
            <a:r>
              <a:rPr lang="zh-CN" altLang="en-US"/>
              <a:t>三侧，分别有</a:t>
            </a:r>
            <a:r>
              <a:rPr lang="en-US" altLang="zh-CN"/>
              <a:t>26</a:t>
            </a:r>
            <a:r>
              <a:rPr lang="zh-CN" altLang="en-US"/>
              <a:t>、</a:t>
            </a:r>
            <a:r>
              <a:rPr lang="en-US" altLang="zh-CN"/>
              <a:t>27</a:t>
            </a:r>
            <a:r>
              <a:rPr lang="zh-CN" altLang="en-US"/>
              <a:t>、</a:t>
            </a:r>
            <a:r>
              <a:rPr lang="en-US" altLang="zh-CN"/>
              <a:t>25</a:t>
            </a:r>
            <a:r>
              <a:rPr lang="zh-CN" altLang="en-US"/>
              <a:t>，共</a:t>
            </a:r>
            <a:r>
              <a:rPr lang="en-US" altLang="zh-CN"/>
              <a:t>78</a:t>
            </a:r>
            <a:r>
              <a:rPr lang="zh-CN" altLang="en-US"/>
              <a:t>个优化</a:t>
            </a:r>
            <a:r>
              <a:rPr lang="zh-CN" altLang="en-US"/>
              <a:t>方法。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kernel</a:t>
            </a:r>
            <a:r>
              <a:rPr lang="zh-CN" altLang="en-US"/>
              <a:t>内运行速度</a:t>
            </a:r>
            <a:r>
              <a:rPr lang="en-US" altLang="zh-CN"/>
              <a:t> vs </a:t>
            </a:r>
            <a:r>
              <a:rPr lang="zh-CN" altLang="en-US"/>
              <a:t>端到端</a:t>
            </a:r>
            <a:r>
              <a:rPr lang="zh-CN" altLang="en-US"/>
              <a:t>速度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现象：</a:t>
            </a:r>
            <a:r>
              <a:rPr lang="en-US" altLang="zh-CN"/>
              <a:t>bench</a:t>
            </a:r>
            <a:r>
              <a:rPr lang="zh-CN" altLang="en-US"/>
              <a:t>会对单个算子进行重复调用取中位数作为分数，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部分优化使用</a:t>
            </a:r>
            <a:r>
              <a:rPr lang="en-US" altLang="zh-CN"/>
              <a:t>cuda graph</a:t>
            </a:r>
            <a:r>
              <a:rPr lang="zh-CN" altLang="en-US"/>
              <a:t>：  </a:t>
            </a:r>
            <a:endParaRPr lang="zh-CN" altLang="en-US"/>
          </a:p>
          <a:p>
            <a:pPr marL="914400" lvl="2" indent="0">
              <a:buNone/>
            </a:pPr>
            <a:r>
              <a:rPr lang="en-US" altLang="zh-CN"/>
              <a:t>  -</a:t>
            </a:r>
            <a:r>
              <a:rPr lang="zh-CN" altLang="en-US"/>
              <a:t> 第一次调用时捕获整个计算图；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/>
              <a:t>  - 后续调用不再逐个发起量化、</a:t>
            </a:r>
            <a:r>
              <a:rPr lang="en-US" altLang="zh-CN"/>
              <a:t>amax、GEMM、stack、reduce </a:t>
            </a:r>
            <a:r>
              <a:rPr lang="zh-CN" altLang="en-US"/>
              <a:t>等 </a:t>
            </a:r>
            <a:r>
              <a:rPr lang="en-US" altLang="zh-CN"/>
              <a:t>CUDA kernel；</a:t>
            </a:r>
            <a:endParaRPr lang="en-US" altLang="zh-CN"/>
          </a:p>
          <a:p>
            <a:pPr marL="914400" lvl="2" indent="0">
              <a:buNone/>
            </a:pPr>
            <a:r>
              <a:rPr lang="zh-CN" altLang="en-US"/>
              <a:t>  - 通过一次 </a:t>
            </a:r>
            <a:r>
              <a:rPr lang="en-US" altLang="zh-CN"/>
              <a:t>graph.replay() </a:t>
            </a:r>
            <a:r>
              <a:rPr lang="zh-CN" altLang="en-US"/>
              <a:t>重放整个 </a:t>
            </a:r>
            <a:r>
              <a:rPr lang="en-US" altLang="zh-CN"/>
              <a:t>kernel </a:t>
            </a:r>
            <a:r>
              <a:rPr lang="zh-CN" altLang="en-US"/>
              <a:t>序列；</a:t>
            </a:r>
            <a:endParaRPr lang="zh-CN" altLang="en-US"/>
          </a:p>
          <a:p>
            <a:pPr marL="914400" lvl="2" indent="0">
              <a:buNone/>
            </a:pPr>
            <a:r>
              <a:rPr lang="zh-CN" altLang="en-US"/>
              <a:t>  - 降低 </a:t>
            </a:r>
            <a:r>
              <a:rPr lang="en-US" altLang="zh-CN"/>
              <a:t>CPU launch overhead </a:t>
            </a:r>
            <a:r>
              <a:rPr lang="zh-CN" altLang="en-US"/>
              <a:t>和 </a:t>
            </a:r>
            <a:r>
              <a:rPr lang="en-US" altLang="zh-CN"/>
              <a:t>Python </a:t>
            </a:r>
            <a:r>
              <a:rPr lang="zh-CN" altLang="en-US"/>
              <a:t>调度开销。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835" y="4569460"/>
            <a:ext cx="106184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问题</a:t>
            </a:r>
            <a:r>
              <a:rPr lang="en-US" altLang="zh-CN" sz="2800"/>
              <a:t>: </a:t>
            </a:r>
            <a:r>
              <a:rPr lang="zh-CN" altLang="en-US" sz="2800"/>
              <a:t>这种优化依赖</a:t>
            </a:r>
            <a:r>
              <a:rPr lang="en-US" altLang="zh-CN" sz="2800"/>
              <a:t>shape</a:t>
            </a:r>
            <a:r>
              <a:rPr lang="zh-CN" altLang="en-US" sz="2800"/>
              <a:t>的稳定性以及重复调用，是否应该算作算子进行了</a:t>
            </a:r>
            <a:r>
              <a:rPr lang="zh-CN" altLang="en-US" sz="2800"/>
              <a:t>优化。</a:t>
            </a:r>
            <a:endParaRPr lang="zh-CN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复杂算子的</a:t>
            </a:r>
            <a:r>
              <a:rPr lang="en-US" altLang="zh-CN"/>
              <a:t>ncu</a:t>
            </a:r>
            <a:r>
              <a:rPr lang="zh-CN" altLang="en-US"/>
              <a:t>指标</a:t>
            </a:r>
            <a:r>
              <a:rPr lang="zh-CN" altLang="en-US"/>
              <a:t>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现象：一个</a:t>
            </a:r>
            <a:r>
              <a:rPr lang="en-US" altLang="zh-CN"/>
              <a:t>kernel</a:t>
            </a:r>
            <a:r>
              <a:rPr lang="zh-CN" altLang="en-US"/>
              <a:t>算子中运行中会产生多个</a:t>
            </a:r>
            <a:r>
              <a:rPr lang="en-US" altLang="zh-CN"/>
              <a:t>cuda</a:t>
            </a:r>
            <a:r>
              <a:rPr lang="zh-CN" altLang="en-US"/>
              <a:t>事件，可能导致提取指标只是一个部分。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产生原因：调用外部库产生多个</a:t>
            </a:r>
            <a:r>
              <a:rPr lang="en-US" altLang="zh-CN"/>
              <a:t>kernel launch</a:t>
            </a:r>
            <a:r>
              <a:rPr lang="zh-CN" altLang="en-US"/>
              <a:t>、多阶段算子未融合、</a:t>
            </a:r>
            <a:r>
              <a:rPr lang="en-US" altLang="zh-CN"/>
              <a:t>shape</a:t>
            </a:r>
            <a:r>
              <a:rPr lang="zh-CN" altLang="en-US"/>
              <a:t>和</a:t>
            </a:r>
            <a:r>
              <a:rPr lang="en-US" altLang="zh-CN"/>
              <a:t>dtype</a:t>
            </a:r>
            <a:r>
              <a:rPr lang="zh-CN" altLang="en-US"/>
              <a:t>导致的多阶段</a:t>
            </a:r>
            <a:r>
              <a:rPr lang="zh-CN" altLang="en-US"/>
              <a:t>归约等。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解决方法：统计所有算子，最后进行聚合</a:t>
            </a:r>
            <a:r>
              <a:rPr lang="zh-CN" altLang="en-US"/>
              <a:t>处理。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82040" y="4964430"/>
            <a:ext cx="90011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linkClick r:id="rId1" action="ppaction://hlinkfile"/>
              </a:rPr>
              <a:t>https://github.com/KernelFlow-ops/cuda-optimized-skill</a:t>
            </a:r>
            <a:endParaRPr lang="en-US" altLang="zh-CN"/>
          </a:p>
          <a:p>
            <a:r>
              <a:rPr lang="en-US" altLang="zh-CN"/>
              <a:t>https://github.com/TongmingLAIC/AKO4ALL</a:t>
            </a:r>
            <a:endParaRPr lang="en-US" altLang="zh-CN"/>
          </a:p>
          <a:p>
            <a:r>
              <a:rPr lang="en-US" altLang="zh-CN"/>
              <a:t>https://github.com/mit-han-lab/kernel-design-agents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WPS 演示</Application>
  <PresentationFormat>宽屏</PresentationFormat>
  <Paragraphs>40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从profiling信息到优化方法的映射机制</vt:lpstr>
      <vt:lpstr>分层次roofline与瓶颈定位</vt:lpstr>
      <vt:lpstr>从证据到优化方法的映射，给大模型提供优化方法的提示</vt:lpstr>
      <vt:lpstr>kernel内运行速度 vs 端到端速度</vt:lpstr>
      <vt:lpstr>复杂算子的ncu指标处理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yuanchingshun</dc:creator>
  <cp:lastModifiedBy>刘萱</cp:lastModifiedBy>
  <cp:revision>10</cp:revision>
  <dcterms:created xsi:type="dcterms:W3CDTF">2023-08-09T12:44:00Z</dcterms:created>
  <dcterms:modified xsi:type="dcterms:W3CDTF">2026-09-04T01:40:19Z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075857A4CBD5493C980F1294B11226A2_12</vt:lpwstr>
  </property>
</Properties>
</file>